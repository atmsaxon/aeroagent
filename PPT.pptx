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75E"/>
    <a:srgbClr val="6BB4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2"/>
  </p:normalViewPr>
  <p:slideViewPr>
    <p:cSldViewPr snapToGrid="0" showGuides="1">
      <p:cViewPr varScale="1">
        <p:scale>
          <a:sx n="108" d="100"/>
          <a:sy n="108" d="100"/>
        </p:scale>
        <p:origin x="56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A34E4-2C64-9419-F8F9-C863AE454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B829D2-E0B0-E659-564B-A316109E9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FCA4C-DE79-FD89-269B-D7B7A936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8262F7-7D58-D935-C6ED-CD6B013F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6495F-4E4E-0582-C6F5-A54E80D1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83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5CD09-41E7-61DE-6527-FA861B1D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100284-1B3B-9AA3-712C-520AD263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8112C-531F-126F-42CE-FC2F0A68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DA7BC-B276-3C05-B516-EBE95BCC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1A42E-898F-74DD-E888-9C63A62F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10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9F7C4-53D3-8D50-39C1-65AA9449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250080-6224-CA7C-AD9D-E965E8AA1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8DA92-473C-82D9-4162-B9AE87D8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203EBE-B0B8-4B5B-4AF9-11647CAD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EB4F60-9469-C139-C608-FD5AAE32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789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EF1CE-E5D4-7D60-FC33-CCF93FC2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566D7-F231-2CE7-8142-312AC8C63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691E0-136D-7AC9-1C5D-E0B71C483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922021-8BEC-ADEF-123E-DB16BA1B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2C40A-A7FD-F812-EB8D-55BBB970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B67F13-C623-1571-11E8-4274196F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497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F4ECD-34FB-67C7-53EC-1885C2D1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D7DA6C-AE36-B804-4BCC-79C27E8D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F73FAF-402F-79F6-D93B-1AF626DC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FC758E-85A3-0A8D-04B5-8D9FD7174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96C090-544F-8389-6B9E-0FF27ADAF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39A8EC-B36E-574C-7BEA-BEEBDE28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569E0F-0569-53C4-1EED-DF68BC3F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1CB922-71FF-FD54-6BBF-46F2A6F0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472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768BB-41FB-4A09-561B-306E6C35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3383D9-F83F-5A07-7D40-C163CC13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5B0727-4FDC-2F10-9ACB-69D060B9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1A90A9-8FE9-E134-D54B-9CC3944B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404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390EC7-C39B-401E-5F56-D280D2F8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18027B-A8D1-CCF3-AFAE-94D92C13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DD317F-773E-6740-E889-00CA6502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309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72E69-DC22-1F90-80CA-2B2BAB15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08B2A-FC9E-B731-6927-D8EFD0CB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FBBAD4-C915-DBFE-155F-6FF4AFC7D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7FF411-AFE2-AB21-FBBB-BC5BC3E9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E19C5C-BEAB-DC8E-59C9-8CDFA91E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B78A5-63DF-1F9D-E519-CBFB9F66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1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F9927-B789-E67F-1B80-941337A4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3ED384-881F-590F-AB53-CE329E7CC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97560E-EF78-A43E-075E-C20EEF971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5B1338-9887-6EE8-E89C-1902A70A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27A6DF-69AF-E0AF-F562-69E99C0B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CC5E79-5B88-59FA-2B96-D7A1C33F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001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D45DD-1B34-8EC5-C899-48954E78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E5B22C-0E60-D0BC-8F96-1C0C550F0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B76AE8-DC95-9224-6B5E-07CD3A29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961D4C-6889-E6E6-2029-FD9BAF80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E56643-A965-238D-C6AA-AE4C7E76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437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15E867-4F9E-79E0-2B6B-8F428CFA9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35A760-6535-7303-7DAE-124F1A7C2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75921-470A-0576-FF1E-5888D1CE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043CD-0498-8AD9-7751-B1EE06F3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D24DE-0032-B232-3C85-75A7DDE6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413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D13884-1E1E-4C5D-E76F-1C597B37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883CE-558B-38B1-563B-136BBA13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9F18D-6BD4-D1B8-3131-04653E460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C0356-5379-B84D-BF45-7A38498EEDF9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DD2B9F-E6D3-99CE-3181-A664BB897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C5DFB-19DF-12AB-3C2B-C1C1A2BF3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C0A7A-AF02-C740-8D97-181EBEA8DE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381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33BB289-E2F5-5D4D-F30D-C19F010F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317"/>
          <a:stretch>
            <a:fillRect/>
          </a:stretch>
        </p:blipFill>
        <p:spPr>
          <a:xfrm>
            <a:off x="488042" y="581890"/>
            <a:ext cx="11215915" cy="334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4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E1B8-A6F0-63BB-541B-6DE7827F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932E12E1-4ECF-C341-DD40-9AC929FA22D3}"/>
              </a:ext>
            </a:extLst>
          </p:cNvPr>
          <p:cNvGrpSpPr/>
          <p:nvPr/>
        </p:nvGrpSpPr>
        <p:grpSpPr>
          <a:xfrm>
            <a:off x="0" y="2003960"/>
            <a:ext cx="12192000" cy="1425040"/>
            <a:chOff x="0" y="2707574"/>
            <a:chExt cx="12192000" cy="142504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91819B5-BA0E-6530-EE23-B564966046E3}"/>
                </a:ext>
              </a:extLst>
            </p:cNvPr>
            <p:cNvSpPr/>
            <p:nvPr/>
          </p:nvSpPr>
          <p:spPr>
            <a:xfrm>
              <a:off x="0" y="2707574"/>
              <a:ext cx="12192000" cy="1425040"/>
            </a:xfrm>
            <a:prstGeom prst="rect">
              <a:avLst/>
            </a:prstGeom>
            <a:solidFill>
              <a:srgbClr val="0127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4B284E0-47B2-50CF-0690-B356663179D5}"/>
                </a:ext>
              </a:extLst>
            </p:cNvPr>
            <p:cNvSpPr txBox="1"/>
            <p:nvPr/>
          </p:nvSpPr>
          <p:spPr>
            <a:xfrm>
              <a:off x="540357" y="3213472"/>
              <a:ext cx="112814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AeroAgentBench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Reliability of Agentic AI in Aviation Operations and Safety</a:t>
              </a:r>
            </a:p>
          </p:txBody>
        </p:sp>
        <p:sp>
          <p:nvSpPr>
            <p:cNvPr id="7" name="AutoShape 2" descr="Milo Lab multimodal optimization logo">
              <a:extLst>
                <a:ext uri="{FF2B5EF4-FFF2-40B4-BE49-F238E27FC236}">
                  <a16:creationId xmlns:a16="http://schemas.microsoft.com/office/drawing/2014/main" id="{E65DDFD4-C498-DC24-92DA-B12C88E72B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5" name="图片 14" descr="蓝色的标志&#10;&#10;AI 生成的内容可能不正确。">
            <a:extLst>
              <a:ext uri="{FF2B5EF4-FFF2-40B4-BE49-F238E27FC236}">
                <a16:creationId xmlns:a16="http://schemas.microsoft.com/office/drawing/2014/main" id="{FB5B7856-9C2F-9C3B-A1FF-991CA7668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420" y="102536"/>
            <a:ext cx="2776273" cy="75939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BAB1601-65BD-0386-5E30-84B6DEF738BA}"/>
              </a:ext>
            </a:extLst>
          </p:cNvPr>
          <p:cNvSpPr txBox="1"/>
          <p:nvPr/>
        </p:nvSpPr>
        <p:spPr>
          <a:xfrm>
            <a:off x="2216732" y="5713065"/>
            <a:ext cx="869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香港科技大学（广州）智慧交通学域 ｜ 中国民用航空飞行学院空中交通管理学院</a:t>
            </a: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5073A27F-8AEA-89F2-D737-1DBCFCCA69DD}"/>
              </a:ext>
            </a:extLst>
          </p:cNvPr>
          <p:cNvCxnSpPr/>
          <p:nvPr/>
        </p:nvCxnSpPr>
        <p:spPr>
          <a:xfrm>
            <a:off x="0" y="6555179"/>
            <a:ext cx="5415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1ED53DE9-0E3B-F56F-0219-F0DD910F5CC6}"/>
              </a:ext>
            </a:extLst>
          </p:cNvPr>
          <p:cNvCxnSpPr/>
          <p:nvPr/>
        </p:nvCxnSpPr>
        <p:spPr>
          <a:xfrm>
            <a:off x="6776852" y="6555179"/>
            <a:ext cx="5415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BB21420-AA86-CB4D-72A5-FFF81553990F}"/>
              </a:ext>
            </a:extLst>
          </p:cNvPr>
          <p:cNvSpPr txBox="1"/>
          <p:nvPr/>
        </p:nvSpPr>
        <p:spPr>
          <a:xfrm>
            <a:off x="5625358" y="6370513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2026/05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13D5C3D-43C6-984F-9051-550F6AA015CD}"/>
              </a:ext>
            </a:extLst>
          </p:cNvPr>
          <p:cNvSpPr txBox="1"/>
          <p:nvPr/>
        </p:nvSpPr>
        <p:spPr>
          <a:xfrm>
            <a:off x="5195752" y="442355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汇报人：周士雄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23A825-B9C8-7C08-C213-73B7370272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" t="24100" r="48590" b="60000"/>
          <a:stretch>
            <a:fillRect/>
          </a:stretch>
        </p:blipFill>
        <p:spPr bwMode="auto">
          <a:xfrm>
            <a:off x="5287074" y="19408"/>
            <a:ext cx="3944011" cy="91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80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F6E5-F23B-383A-1773-2327D981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855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37</Words>
  <Application>Microsoft Macintosh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SimHei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Shixiong Zhou</dc:creator>
  <cp:lastModifiedBy>Shixiong Zhou</cp:lastModifiedBy>
  <cp:revision>2</cp:revision>
  <dcterms:created xsi:type="dcterms:W3CDTF">2026-05-20T04:23:05Z</dcterms:created>
  <dcterms:modified xsi:type="dcterms:W3CDTF">2026-05-20T13:40:28Z</dcterms:modified>
</cp:coreProperties>
</file>